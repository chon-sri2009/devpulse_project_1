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fd15fdf584c8a" /><Relationship Type="http://schemas.openxmlformats.org/officeDocument/2006/relationships/extended-properties" Target="/docProps/app.xml" Id="R1ef6236f559043e3" /><Relationship Type="http://schemas.openxmlformats.org/officeDocument/2006/relationships/officeDocument" Target="/ppt/presentation.xml" Id="R3f8d73301f69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44b45f1534fbe"/>
  </p:sldMasterIdLst>
  <p:notesMasterIdLst>
    <p:notesMasterId xmlns:r="http://schemas.openxmlformats.org/officeDocument/2006/relationships" r:id="R995e081c55d04b5f"/>
  </p:notesMasterIdLst>
  <p:sldIdLst>
    <p:sldId xmlns:r="http://schemas.openxmlformats.org/officeDocument/2006/relationships" id="256" r:id="R8bfd1f9452b24d17"/>
    <p:sldId xmlns:r="http://schemas.openxmlformats.org/officeDocument/2006/relationships" id="257" r:id="Rf14ba53e2ca54b2c"/>
    <p:sldId xmlns:r="http://schemas.openxmlformats.org/officeDocument/2006/relationships" id="258" r:id="R86fc6595f1744eea"/>
    <p:sldId xmlns:r="http://schemas.openxmlformats.org/officeDocument/2006/relationships" id="259" r:id="R2a417a1e65964705"/>
    <p:sldId xmlns:r="http://schemas.openxmlformats.org/officeDocument/2006/relationships" id="260" r:id="Rdfed7f7690da47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4add08bc9436c" /><Relationship Type="http://schemas.openxmlformats.org/officeDocument/2006/relationships/slideMaster" Target="/ppt/slideMasters/slideMaster1.xml" Id="R30744b45f1534fbe" /><Relationship Type="http://schemas.openxmlformats.org/officeDocument/2006/relationships/notesMaster" Target="/ppt/notesMasters/notesMaster1.xml" Id="R995e081c55d04b5f" /><Relationship Type="http://schemas.openxmlformats.org/officeDocument/2006/relationships/presProps" Target="/ppt/presProps.xml" Id="R27f711a8a1174c0a" /><Relationship Type="http://schemas.openxmlformats.org/officeDocument/2006/relationships/tableStyles" Target="/ppt/tableStyles.xml" Id="Rd2a0e97db65c4823" /><Relationship Type="http://schemas.openxmlformats.org/officeDocument/2006/relationships/slide" Target="/ppt/slides/slide1.xml" Id="R8bfd1f9452b24d17" /><Relationship Type="http://schemas.openxmlformats.org/officeDocument/2006/relationships/slide" Target="/ppt/slides/slide2.xml" Id="Rf14ba53e2ca54b2c" /><Relationship Type="http://schemas.openxmlformats.org/officeDocument/2006/relationships/slide" Target="/ppt/slides/slide3.xml" Id="R86fc6595f1744eea" /><Relationship Type="http://schemas.openxmlformats.org/officeDocument/2006/relationships/slide" Target="/ppt/slides/slide4.xml" Id="R2a417a1e65964705" /><Relationship Type="http://schemas.openxmlformats.org/officeDocument/2006/relationships/slide" Target="/ppt/slides/slide5.xml" Id="Rdfed7f7690da47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eea58bf7f48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5de5eb7d64772" /><Relationship Type="http://schemas.openxmlformats.org/officeDocument/2006/relationships/notesMaster" Target="/ppt/notesMasters/notesMaster1.xml" Id="R836a8e375215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67d133bad40bc" /><Relationship Type="http://schemas.openxmlformats.org/officeDocument/2006/relationships/notesMaster" Target="/ppt/notesMasters/notesMaster1.xml" Id="R339530d9660242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5c730798c4e57" /><Relationship Type="http://schemas.openxmlformats.org/officeDocument/2006/relationships/notesMaster" Target="/ppt/notesMasters/notesMaster1.xml" Id="R3025cf4a5e3841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e374804b84c36" /><Relationship Type="http://schemas.openxmlformats.org/officeDocument/2006/relationships/notesMaster" Target="/ppt/notesMasters/notesMaster1.xml" Id="Rc6181f62efb348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21a0dbd54b4b4b" /><Relationship Type="http://schemas.openxmlformats.org/officeDocument/2006/relationships/notesMaster" Target="/ppt/notesMasters/notesMaster1.xml" Id="R9c1ad1e69c54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88ba589cf41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929403bf1496a" /><Relationship Type="http://schemas.openxmlformats.org/officeDocument/2006/relationships/slideLayout" Target="/ppt/slideLayouts/slideLayout1.xml" Id="R83ec6c9219c147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ec6c9219c147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dc216a4b047e2" /><Relationship Type="http://schemas.openxmlformats.org/officeDocument/2006/relationships/notesSlide" Target="/ppt/notesSlides/notesSlide1.xml" Id="R1ee678abd95f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2ec7a2a6d4615" /><Relationship Type="http://schemas.openxmlformats.org/officeDocument/2006/relationships/notesSlide" Target="/ppt/notesSlides/notesSlide2.xml" Id="R4316b53bd8124f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210a0fe604488" /><Relationship Type="http://schemas.openxmlformats.org/officeDocument/2006/relationships/notesSlide" Target="/ppt/notesSlides/notesSlide3.xml" Id="R46008bcae5d74f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3aa91fb2242a7" /><Relationship Type="http://schemas.openxmlformats.org/officeDocument/2006/relationships/notesSlide" Target="/ppt/notesSlides/notesSlide4.xml" Id="R5e4c9365232844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8fd672a384da9" /><Relationship Type="http://schemas.openxmlformats.org/officeDocument/2006/relationships/notesSlide" Target="/ppt/notesSlides/notesSlide5.xml" Id="R3ad4f0ff2db048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A0E9-9964-49EC-9D41-2F8BD6B9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E17CE-E1B2-4FD3-9B67-4C14A79D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781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F8C0-6205-4134-B9ED-2E8277CF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012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สยามศิลาดิน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AE703-B1FC-4C97-ADF6-9EF15606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ธุรกิจเครื่องปั้นดินเผาที่สืบสานศิลปะ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และวัฒนธรรมไทย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FC33B-4C31-46D1-B7BA-FB286C98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4E86A-A057-412B-AEA8-3E4BBF01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สมาชิก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7CCA3-E7D8-4996-B4BC-0A7CD24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นราวิชญ์ ทิดมนตรี  ชั้น 2/7  เลขที่ 14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คณธัช หุ่นเมืองปัก  ชั้น 2/7  เลขที่ 15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นวพรรต ลีนะกิตติ  ชั้น 2/7  เลขที่ 20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นาย ชลพล ศรีชาเยช  ชั้น 2/7  เลขที่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53072-B1CC-4C9C-8117-D2EABAC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4333875" cy="5295900"/>
          </a:xfrm>
          <a:prstGeom xmlns:a="http://schemas.openxmlformats.org/drawingml/2006/main" prst="roundRect">
            <a:avLst>
              <a:gd name="adj" fmla="val 3956"/>
            </a:avLst>
          </a:prstGeom>
          <a:solidFill xmlns:a="http://schemas.openxmlformats.org/drawingml/2006/main">
            <a:srgbClr val="F1E1D2"/>
          </a:solidFill>
          <a:ln xmlns:a="http://schemas.openxmlformats.org/drawingml/2006/main" w="19050">
            <a:solidFill>
              <a:srgbClr val="C98D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573E3-E6AB-4651-8A19-2EAE6EF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028700"/>
            <a:ext cx="3838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D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8DF37-8484-49BE-9216-D0E3305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810250"/>
            <a:ext cx="3838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D6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BD158-87BE-4481-8709-161B70E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004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พื้นที่สำหรับรูปหน้าปก</a:t>
            </a:r>
          </a:p>
        </p:txBody>
      </p:sp>
    </p:spTree>
    <p:extLst>
      <p:ext uri="{BB962C8B-B14F-4D97-AF65-F5344CB8AC3E}">
        <p14:creationId xmlns:p14="http://schemas.microsoft.com/office/powerpoint/2010/main" val="107905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0D998-5A2C-4530-9650-DD2D4B70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แนวคิดและที่มาของธุรกิจ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6791A-A30D-4B40-AE74-29D176B8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454FF-51B9-4E0A-92FE-AFA01EE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F655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F655F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01D1E-9F7A-4D2D-8838-07932A3A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แรงบันดาลใจ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BA358-350E-42F6-90AB-A8549095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720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8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พวกเราชื่นชอบศิลปะและวัฒนธรรมไทย โดยเฉพาะเครื่องปั้นดินเผาที่มีความสวยงาม เรียบง่าย และสะท้อนภูมิปัญญาท้องถิ่น จึงต้องการพัฒนางานหัตถกรรมไทยให้เข้ากับความสนใจของผู้บริโภคยุคใหม่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2639C-606B-4DEA-A13C-16485B81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95425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09C61-8168-4879-86A5-FE96A65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ความหมายของชื่อ “สยามศิลาดิน”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DA484-C775-4C3D-A7D1-AFC49C9F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812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สยาม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3EB96-6E47-4057-A4C0-2A77B6BA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812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สื่อถึงความเป็นไทย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395DF-E40D-49AD-A5D4-F2937773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ศิลาและดิน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63B29-286C-4442-A8F5-1D5CC734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สื่อถึงวัสดุธรรมชาติและงานฝีมือ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37C3E-B281-4715-BCD2-3C293205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814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6150C-CBD0-4C47-8494-1A02CD20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แนวคิดของธุรกิจ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4AB28-F7DE-4996-82D4-1A4A808D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4619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จำหน่ายเครื่องปั้นดินเผา ควบคู่ชุดระบายสีและคอร์สปั้นดิน ลูกค้าจึงได้ทั้งสินค้า ความรู้ และความสนุกจากการลงมือทำ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B8F54-D562-429E-8953-1C1F8697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58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24499-BF2F-435B-900C-38398C1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เป้าหมายของแบรนด์คือทำให้งานศิลป์จากดินเข้าถึงง่ายและอยู่ร่วมกับชีวิตประจำวัน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1362192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2F1F-BCF9-4696-8F34-9320CBAD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กลุ่มเป้าหมายและช่องทางจัดจำหน่าย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228FF-55A2-40F7-AB06-309F3681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61DA6-98D4-4B77-8607-4A67D47E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F655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F655F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F29D8-86A0-4F4A-AB19-974AF24A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กลุ่มเป้าหมายหลัก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BF00-F973-4BA4-B898-40E310AB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ผู้ที่สนใจศิลปะและวัฒนธรรมไทย</a:t>
            </a:r>
          </a:p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นักเรียน นักศึกษา และครอบครัวที่มองหากิจกรรมสร้างสรรค์</a:t>
            </a:r>
          </a:p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นักท่องเที่ยวที่ต้องการของฝากที่มีเอกลักษณ์ไทย</a:t>
            </a:r>
          </a:p>
          <a:p xmlns:a="http://schemas.openxmlformats.org/drawingml/2006/main">
            <a:pPr marL="228600" indent="-114300" algn="l">
              <a:lnSpc>
                <a:spcPct val="105000"/>
              </a:lnSpc>
              <a:spcAft>
                <a:spcPts val="1200"/>
              </a:spcAft>
              <a:buNone/>
              <a:defRPr sz="1650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ผู้ที่ต้องการของตกแต่งบ้านหรือของขวัญทำมือ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C14C4-8FC0-438E-ADF7-F6B743E1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59AF9-A537-4BED-8601-CF16765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ช่องทางจัดจำหน่าย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80B68-1B45-4584-90B4-E5A4813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หน้าร้าน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F071F-F671-4E80-9741-C74785AE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ร้านสยามศิลาดิน ตลาดงานฝีมือ และบูธตามเทศกาลหรือแหล่งท่องเที่ยวเชิงวัฒนธรรม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0577B-7C45-4326-85EF-A295094B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ออนไลน์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592E0-C8CD-4F6C-B4E9-6EA27D3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Facebook • Instagram • TikTok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LINE Official Account • Shopee • Lazada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F75CD-B8B9-46E4-AD7F-5FA8DF4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4584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5E2F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2072B-8D3D-47A4-A43E-706A6CF4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82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725" b="0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เครื่องปั้นดินเผาเป็นทั้งของใช้ ของตกแต่ง และผลงานศิลปะ ลูกค้าจึงเลือกซื้อเพื่อใช้งาน สะสม มอบเป็นของขวัญ หรือเรียนรู้การปั้นด้วยตนเองได้</a:t>
            </a:r>
          </a:p>
        </p:txBody>
      </p:sp>
    </p:spTree>
    <p:extLst>
      <p:ext uri="{BB962C8B-B14F-4D97-AF65-F5344CB8AC3E}">
        <p14:creationId xmlns:p14="http://schemas.microsoft.com/office/powerpoint/2010/main" val="347626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25504-1547-4768-8F6F-ADF9EA34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สินค้าและบริการ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74BB1-4548-45BC-923C-2E7E46E7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753E5-9B55-4E48-B81F-3A98AD26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F655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F655F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D1D1C-7AAC-47CF-887E-8F46D5F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A94F2C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A94F2C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B29B6-887E-405E-BF7C-05DDDE6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100AF-8FA6-431A-8CDB-C01BCA8D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เครื่องใช้และของตกแต่ง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3B239-76F9-43D7-A792-3A6DEF4C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ถ้วย จาน และหม้อ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แจกันและของตกแต่งบ้าน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กำไลข้อมือจากดินเผา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C441-6A4A-485E-9FD0-744568F2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D4A24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4A24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54A37-DD97-4F71-A3E7-24671526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4E36E-C35E-4FAC-9152-3881C8FC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กิจกรรมสร้างสรรค์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08333-6992-485D-B9FF-B790EC0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ของเล่นจากดินเผา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ชุดเครื่องปั้นดินเผาสำหรับระบายสี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อุปกรณ์ขึ้นรูปและตกแต่ง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8ABF0-01F1-47D4-BA1B-80632BC4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62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52655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526558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4DC30-714C-4F33-B449-0107ADF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5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A9624-DEBB-4DD0-8CB7-B10A669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คอร์สและประสบการณ์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7EB8A-5B32-4A5B-9E6D-7C181A5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766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คอร์สปั้นดินสำหรับผู้เริ่มต้น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กิจกรรมสำหรับคู่รัก ครอบครัว และกลุ่มเพื่อน</a:t>
            </a:r>
          </a:p>
          <a:p xmlns:a="http://schemas.openxmlformats.org/drawingml/2006/main">
            <a:pPr marL="203200" indent="-101600" algn="l">
              <a:lnSpc>
                <a:spcPct val="105000"/>
              </a:lnSpc>
              <a:spcAft>
                <a:spcPts val="1200"/>
              </a:spcAft>
              <a:buNone/>
              <a:defRPr sz="1575" b="0">
                <a:solidFill>
                  <a:srgbClr val="2D292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2D2926"/>
                </a:solidFill>
                <a:latin typeface="Tahoma"/>
                <a:ea typeface="Tahoma"/>
                <a:cs typeface="Tahoma"/>
              </a:rPr>
              <a:t>กิจกรรมสำหรับโรงเรียน
และองค์กร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E4ED2-E865-4527-9F45-6E918FF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58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E4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CE8D2-E282-4957-864F-51D47782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81675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5E2F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E2F24"/>
                </a:solidFill>
                <a:latin typeface="Tahoma"/>
                <a:ea typeface="Tahoma"/>
                <a:cs typeface="Tahoma"/>
              </a:rPr>
              <a:t>จุดเด่นของร้าน: ลูกค้าสามารถซื้อสินค้าสำเร็จรูป ออกแบบผลงานของตนเอง หรือเรียนรู้กระบวนการปั้นดินได้ภายในร้านเดียว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929301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5E2F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388C1-A2E2-400C-9A3C-7AFE39DD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2A057-0526-4F44-BE41-0D12895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สยามศิลาดิน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F6159-51AE-4C42-BDC2-508D71FA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2E4C5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2E4C5"/>
                </a:solidFill>
                <a:latin typeface="Tahoma"/>
                <a:ea typeface="Tahoma"/>
                <a:cs typeface="Tahoma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4DAFB-300D-4D65-8776-662BDE0F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สัมผัสเสน่ห์เครื่องปั้นดินเผาไทย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38BB0-DFD4-4B35-81E1-00586659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547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เลือกซื้อของใช้ ของตกแต่ง และสนุกกับกิจกรรมระบายสีหรือปั้นดินด้วยตนเอง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10456-5466-4450-A0C7-FD44778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34DAB-DBEC-44E3-B1F1-2755D3F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4A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D4A24D"/>
                </a:solidFill>
                <a:latin typeface="Tahoma"/>
                <a:ea typeface="Tahoma"/>
                <a:cs typeface="Tahoma"/>
              </a:rPr>
              <a:t>โปรโมชั่นพิเศษ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BE99D-7015-4331-B2F7-97D20C2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ซื้อครบ 100 บาท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4400A-3D09-47B2-AB68-2CE55B00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2E4C5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E4C5"/>
                </a:solidFill>
                <a:latin typeface="Tahoma"/>
                <a:ea typeface="Tahoma"/>
                <a:cs typeface="Tahoma"/>
              </a:rPr>
              <a:t>รับส่วนลดสินค้าชิ้นถัดไป 20 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421F4-F778-409A-858D-16BDCCEE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531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ซื้อชุดระบายสี 2 ชุดขึ้นไป รับส่วนลดคอร์สปั้นดิน 100 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DCD37-7F4B-4C77-AEDD-059E14A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9D2B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9D2BF"/>
                </a:solidFill>
                <a:latin typeface="Tahoma"/>
                <a:ea typeface="Tahoma"/>
                <a:cs typeface="Tahoma"/>
              </a:rPr>
              <a:t>Facebook  •  TikTok  •  LINE  •  QR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F9C51-D1BE-4286-BD29-8B5CA07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66750"/>
            <a:ext cx="4619625" cy="5429250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6C3A2C"/>
          </a:solidFill>
          <a:ln xmlns:a="http://schemas.openxmlformats.org/drawingml/2006/main" w="19050">
            <a:solidFill>
              <a:srgbClr val="E9D2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7D2CF-5945-45CA-B4E7-4C3BA10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914400"/>
            <a:ext cx="412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A8FE0-F26C-453A-A610-45C1472B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829300"/>
            <a:ext cx="412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2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DE0BE-226C-4D99-9034-FABB9025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52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0E5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7F0E5"/>
                </a:solidFill>
                <a:latin typeface="Tahoma"/>
                <a:ea typeface="Tahoma"/>
                <a:cs typeface="Tahoma"/>
              </a:rPr>
              <a:t>พื้นที่สำหรับรูปโปสเตอร์สินค้า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8215B-6E28-4FBB-B49B-ED2FB82C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296025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F2E4C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F2E4C5"/>
                </a:solidFill>
                <a:latin typeface="Tahoma"/>
                <a:ea typeface="Tahoma"/>
                <a:cs typeface="Tahoma"/>
              </a:rPr>
              <a:t>ทุกชิ้นมีเรื่องราว ทุกการปั้นช่วยสืบสานงานศิลป์ไทย</a:t>
            </a:r>
          </a:p>
        </p:txBody>
      </p:sp>
    </p:spTree>
    <p:extLst>
      <p:ext uri="{BB962C8B-B14F-4D97-AF65-F5344CB8AC3E}">
        <p14:creationId xmlns:p14="http://schemas.microsoft.com/office/powerpoint/2010/main" val="207946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2026-09-16T10:33:47.0320000Z</dcterms:created>
  <dcterms:modified xsi:type="dcterms:W3CDTF">2026-09-16T10:33:47.0320000Z</dcterms:modified>
</coreProperties>
</file>