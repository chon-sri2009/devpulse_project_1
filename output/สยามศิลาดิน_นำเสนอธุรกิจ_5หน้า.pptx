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47927ff3f4627" /><Relationship Type="http://schemas.openxmlformats.org/officeDocument/2006/relationships/extended-properties" Target="/docProps/app.xml" Id="R654012b37e094901" /><Relationship Type="http://schemas.openxmlformats.org/officeDocument/2006/relationships/officeDocument" Target="/ppt/presentation.xml" Id="R4499d114413548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f9caf77be94608"/>
  </p:sldMasterIdLst>
  <p:notesMasterIdLst>
    <p:notesMasterId xmlns:r="http://schemas.openxmlformats.org/officeDocument/2006/relationships" r:id="R1e9e9db8f0f34c0f"/>
  </p:notesMasterIdLst>
  <p:sldIdLst>
    <p:sldId xmlns:r="http://schemas.openxmlformats.org/officeDocument/2006/relationships" id="256" r:id="Rf2661eb392b94f7f"/>
    <p:sldId xmlns:r="http://schemas.openxmlformats.org/officeDocument/2006/relationships" id="257" r:id="Rfd6bc4cccc404a2f"/>
    <p:sldId xmlns:r="http://schemas.openxmlformats.org/officeDocument/2006/relationships" id="258" r:id="R17b466c080ee4a86"/>
    <p:sldId xmlns:r="http://schemas.openxmlformats.org/officeDocument/2006/relationships" id="259" r:id="Re41fc42235a0414f"/>
    <p:sldId xmlns:r="http://schemas.openxmlformats.org/officeDocument/2006/relationships" id="260" r:id="R57256b5bc7f942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6a13a8d6584215" /><Relationship Type="http://schemas.openxmlformats.org/officeDocument/2006/relationships/slideMaster" Target="/ppt/slideMasters/slideMaster1.xml" Id="R44f9caf77be94608" /><Relationship Type="http://schemas.openxmlformats.org/officeDocument/2006/relationships/notesMaster" Target="/ppt/notesMasters/notesMaster1.xml" Id="R1e9e9db8f0f34c0f" /><Relationship Type="http://schemas.openxmlformats.org/officeDocument/2006/relationships/presProps" Target="/ppt/presProps.xml" Id="Rbcf107e1e6a04f76" /><Relationship Type="http://schemas.openxmlformats.org/officeDocument/2006/relationships/tableStyles" Target="/ppt/tableStyles.xml" Id="R5d84d86091dd463b" /><Relationship Type="http://schemas.openxmlformats.org/officeDocument/2006/relationships/slide" Target="/ppt/slides/slide1.xml" Id="Rf2661eb392b94f7f" /><Relationship Type="http://schemas.openxmlformats.org/officeDocument/2006/relationships/slide" Target="/ppt/slides/slide2.xml" Id="Rfd6bc4cccc404a2f" /><Relationship Type="http://schemas.openxmlformats.org/officeDocument/2006/relationships/slide" Target="/ppt/slides/slide3.xml" Id="R17b466c080ee4a86" /><Relationship Type="http://schemas.openxmlformats.org/officeDocument/2006/relationships/slide" Target="/ppt/slides/slide4.xml" Id="Re41fc42235a0414f" /><Relationship Type="http://schemas.openxmlformats.org/officeDocument/2006/relationships/slide" Target="/ppt/slides/slide5.xml" Id="R57256b5bc7f942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5fb550cdfb4d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ce3421f384305" /><Relationship Type="http://schemas.openxmlformats.org/officeDocument/2006/relationships/notesMaster" Target="/ppt/notesMasters/notesMaster1.xml" Id="Rbc0a6367011f4c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d16331057544e1" /><Relationship Type="http://schemas.openxmlformats.org/officeDocument/2006/relationships/notesMaster" Target="/ppt/notesMasters/notesMaster1.xml" Id="R2a6a9d55c8eb40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8be3f834754337" /><Relationship Type="http://schemas.openxmlformats.org/officeDocument/2006/relationships/notesMaster" Target="/ppt/notesMasters/notesMaster1.xml" Id="R94ae67b732f44e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991eda7a9c4cf0" /><Relationship Type="http://schemas.openxmlformats.org/officeDocument/2006/relationships/notesMaster" Target="/ppt/notesMasters/notesMaster1.xml" Id="Ra8dc3f6a13104f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40d48380174b91" /><Relationship Type="http://schemas.openxmlformats.org/officeDocument/2006/relationships/notesMaster" Target="/ppt/notesMasters/notesMaster1.xml" Id="Re7c77653eeb743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f50319da341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e1ed6507c7456d" /><Relationship Type="http://schemas.openxmlformats.org/officeDocument/2006/relationships/slideLayout" Target="/ppt/slideLayouts/slideLayout1.xml" Id="Rc6445e1fbe1649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45e1fbe1649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4439ae5104f4a" /><Relationship Type="http://schemas.openxmlformats.org/officeDocument/2006/relationships/notesSlide" Target="/ppt/notesSlides/notesSlide1.xml" Id="R24197f7f47ee4c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eb131ba1a4f5f" /><Relationship Type="http://schemas.openxmlformats.org/officeDocument/2006/relationships/notesSlide" Target="/ppt/notesSlides/notesSlide2.xml" Id="R7008b922409943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4a57862b94655" /><Relationship Type="http://schemas.openxmlformats.org/officeDocument/2006/relationships/notesSlide" Target="/ppt/notesSlides/notesSlide3.xml" Id="R33f28c67340e4b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3c68e2a284f97" /><Relationship Type="http://schemas.openxmlformats.org/officeDocument/2006/relationships/notesSlide" Target="/ppt/notesSlides/notesSlide4.xml" Id="R072673c5f99d4f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a6ef9764b42f2" /><Relationship Type="http://schemas.openxmlformats.org/officeDocument/2006/relationships/notesSlide" Target="/ppt/notesSlides/notesSlide5.xml" Id="R846b79a031554c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F6CFF-C81F-49AC-928F-A13AD30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34916-6682-45EB-A9BF-81BE1574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781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89DBC-FE4E-4539-8ED1-F60BD34A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0012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สยามศิลาดิน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18B1F-923A-4825-AA5E-403F918D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ธุรกิจเครื่องปั้นดินเผาที่สืบสานศิลปะและวัฒนธรรมไทย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BA023-0945-4619-BFDA-1C3116EE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“ปั้นดินให้มีคุณค่า เพราะงานศิลป์ไทยควรอยู่คู่คนไทย”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ED85A-4DAE-42BD-A8EB-6B500A26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สมาชิก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C974D-CB60-4A75-96B8-A29C716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นราวิชญ์ ทิดมนตรี  ชั้น 2/7  เลขที่ 14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คณธัช หุ่นเมืองปัก  ชั้น 2/7  เลขที่ 15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นวพรรต ลีนะกิตติ  ชั้น 2/7  เลขที่ 20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ชลพล ศรีชาเยช  ชั้น 2/7  เลขที่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875CC-CCB4-4D06-B936-1BA44164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4333875" cy="5295900"/>
          </a:xfrm>
          <a:prstGeom xmlns:a="http://schemas.openxmlformats.org/drawingml/2006/main" prst="roundRect">
            <a:avLst>
              <a:gd name="adj" fmla="val 3956"/>
            </a:avLst>
          </a:prstGeom>
          <a:solidFill xmlns:a="http://schemas.openxmlformats.org/drawingml/2006/main">
            <a:srgbClr val="F1E1D2"/>
          </a:solidFill>
          <a:ln xmlns:a="http://schemas.openxmlformats.org/drawingml/2006/main" w="19050">
            <a:solidFill>
              <a:srgbClr val="C98D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E287E-F23C-4B7C-A255-FBB4573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028700"/>
            <a:ext cx="3838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D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0DE27-9856-4C0F-BF2C-D6B70E0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810250"/>
            <a:ext cx="3838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D6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B7AF3-DC41-4002-895B-97336869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0040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พื้นที่สำหรับรูปหน้าปก</a:t>
            </a:r>
          </a:p>
        </p:txBody>
      </p:sp>
    </p:spTree>
    <p:extLst>
      <p:ext uri="{BB962C8B-B14F-4D97-AF65-F5344CB8AC3E}">
        <p14:creationId xmlns:p14="http://schemas.microsoft.com/office/powerpoint/2010/main" val="162576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FCF5C-1BAF-48C0-BD03-D89FF7D4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แนวคิดและที่มาของธุรกิจ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1FA1C-8469-4D87-B167-687FB23D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81DFE-B546-4B75-B0EF-375DC60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F655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F655F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89680-EB79-44D4-B9BD-75D227A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แรงบันดาลใจ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EEA23-1A7D-4001-9716-B122AEB7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720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พวกเราชื่นชอบศิลปะและวัฒนธรรมไทย โดยเฉพาะเครื่องปั้นดินเผาที่มีความสวยงาม เรียบง่าย และสะท้อนภูมิปัญญาท้องถิ่น จึงต้องการพัฒนางานหัตถกรรมไทยให้เข้ากับความสนใจของผู้บริโภคยุคใหม่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E6643-346A-43AE-BDF5-2E5AD3F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95425"/>
            <a:ext cx="19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4C6E8-1E41-4E03-A4D2-49DCABF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ความหมายของชื่อ “สยามศิลาดิน”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0221A-C23C-4E58-B3D8-DEA3B235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812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สยาม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FB6B0-ECFC-4A13-A129-26805806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812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สื่อถึงความเป็นไทย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16F2D-4451-473D-B3C2-6110077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ศิลาและดิน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CD760-71B2-4C1E-A216-6310734A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สื่อถึงวัสดุธรรมชาติและงานฝีมือ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DC412-6248-4C02-8D7E-CDFB3464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8140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D89C2-1405-40BA-9069-210C9B56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แนวคิดของธุรกิจ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BB9E4-6F24-47BD-AF43-7377D10A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4619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จำหน่ายเครื่องปั้นดินเผา พร้อมสร้างประสบการณ์ผ่านชุดระบายสีและคอร์สปั้นดิน เพื่อให้ลูกค้าได้ทั้งสินค้า ความรู้ และความสนุกจากการลงมือทำ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92525-3270-4289-93F2-6F8734D5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58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A54C9-D3A9-403F-9D87-C816175D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เป้าหมายของแบรนด์คือทำให้งานศิลป์จากดินเข้าถึงง่ายและอยู่ร่วมกับชีวิตประจำวัน</a:t>
            </a:r>
          </a:p>
        </p:txBody>
      </p:sp>
    </p:spTree>
    <p:extLst>
      <p:ext uri="{BB962C8B-B14F-4D97-AF65-F5344CB8AC3E}">
        <p14:creationId xmlns:p14="http://schemas.microsoft.com/office/powerpoint/2010/main" val="728885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31A14-D642-4529-B78C-F50B4A6D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กลุ่มเป้าหมายและช่องทางจัดจำหน่าย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85166-C1DE-4673-AD88-95A40CB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CE251-D59D-4DF4-B174-E2A6162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F655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F655F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71A59-A1E9-4B05-87ED-C23661D9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กลุ่มเป้าหมายหลัก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51600-EA46-4B94-A971-0A85CF7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ผู้ที่สนใจศิลปะและวัฒนธรรมไทย</a:t>
            </a:r>
          </a:p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นักเรียน นักศึกษา และครอบครัวที่มองหากิจกรรมสร้างสรรค์</a:t>
            </a:r>
          </a:p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นักท่องเที่ยวที่ต้องการของฝากที่มีเอกลักษณ์ไทย</a:t>
            </a:r>
          </a:p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ผู้ที่ต้องการของตกแต่งบ้านหรือของขวัญทำมือ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B4F3F-4715-41E9-895E-64C3FBF3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240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33757-BF87-4BAA-BCFF-90C9328F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ช่องทางจัดจำหน่าย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E7886-00A7-45DE-8903-E3D0188A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หน้าร้าน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46E9E-6E54-4D5B-82D6-05164651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ร้านสยามศิลาดิน ตลาดงานฝีมือ และบูธตามเทศกาลหรือแหล่งท่องเที่ยวเชิงวัฒนธรรม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FBE33-417A-44AC-8D2B-D88417A8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ออนไลน์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F960B-4F75-475A-9966-8F67E409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Facebook • Instagram • TikTok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LINE Official Account • Shopee • Lazada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6B85D-0EF9-4067-81A3-E3F4BFA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4584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5E2F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95AC4-A9EA-47A4-9E22-12E45992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82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725" b="0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เครื่องปั้นดินเผาเป็นทั้งของใช้ ของตกแต่ง และผลงานศิลปะ ลูกค้าจึงเลือกซื้อเพื่อใช้งาน สะสม มอบเป็นของขวัญ หรือเรียนรู้การปั้นด้วยตนเองได้</a:t>
            </a:r>
          </a:p>
        </p:txBody>
      </p:sp>
    </p:spTree>
    <p:extLst>
      <p:ext uri="{BB962C8B-B14F-4D97-AF65-F5344CB8AC3E}">
        <p14:creationId xmlns:p14="http://schemas.microsoft.com/office/powerpoint/2010/main" val="878083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B0F4C-AFC0-44DD-BC8D-073D65F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สินค้าและบริการ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B0D2B-FCAE-4C78-9ACB-50CF51E6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8B46-E4C0-4DE2-98E0-D914025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F655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F655F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E740F-B865-4574-AC09-412C996F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E4C55-90A3-4E2C-BFCE-78ED574F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78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412F8-80F5-45AA-A659-ACD90E61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เครื่องใช้และของตกแต่ง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33966-BBFE-445F-BCDC-7CA634DA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ถ้วย จาน และหม้อ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แจกันและของตกแต่งบ้าน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กำไลข้อมือจากดินเผา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B2FA5-D37C-4B94-9D51-D7E3717C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D4A24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4A24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D397-5FA0-4676-AC78-2E52AF64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78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D97F0-ACC8-4090-9CF6-9B72F058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กิจกรรมสร้างสรรค์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33F39-5D0A-4852-B2C3-98F81D28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ของเล่นจากดินเผา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ชุดเครื่องปั้นดินเผาสำหรับระบายสี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อุปกรณ์ขึ้นรูปและตกแต่ง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7BF01-2248-49BF-8C49-A1A5D52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62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EF6BB-A8F7-4327-AD5C-71CE7A67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278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5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44BD7-022B-4D83-B4D6-98A10EA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คอร์สและประสบการณ์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BD8CF-6383-490D-9C49-060F358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766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คอร์สปั้นดินสำหรับผู้เริ่มต้น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กิจกรรมสำหรับคู่รัก ครอบครัว และกลุ่มเพื่อน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กิจกรรมสำหรับโรงเรียนหรือองค์กร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E003C-BD33-4DD0-9D76-F9400AAD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458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E4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21324-6639-45D0-9A46-E0BB679F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81675"/>
            <a:ext cx="988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จุดเด่นของร้าน: ลูกค้าสามารถซื้อสินค้าสำเร็จรูป ออกแบบผลงานของตนเอง หรือเรียนรู้กระบวนการปั้นดินได้ภายในร้านเดียว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97138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5E2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EF893-9D65-49E4-A2C9-F24D4CBA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67C63-E269-4450-8E0D-06080D6B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สยามศิลาดิน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29A4F-C40C-4E78-B2F4-5111EF6D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2E4C5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E4C5"/>
                </a:solidFill>
                <a:latin typeface="Tahoma"/>
                <a:ea typeface="Tahoma"/>
                <a:cs typeface="Tahoma"/>
              </a:rPr>
              <a:t>“ปั้นดินให้มีคุณค่า เพราะงานศิลป์ไทยควรอยู่คู่คนไทย”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09EF0-8B55-4460-823C-6A60BE27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สัมผัสเสน่ห์เครื่องปั้นดินเผาไทย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ADC61-5BC3-4AD0-B2E7-75EAEE88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เลือกซื้อของใช้ ของตกแต่ง และสนุกกับกิจกรรมระบายสีหรือปั้นดินด้วยตนเอง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A78D4-2118-4514-BB07-0C3DF57C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5AD01-E49A-474B-93D0-04BEE1B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4A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D4A24D"/>
                </a:solidFill>
                <a:latin typeface="Tahoma"/>
                <a:ea typeface="Tahoma"/>
                <a:cs typeface="Tahoma"/>
              </a:rPr>
              <a:t>โปรโมชั่นพิเศษ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644EC-8AA1-4D3C-8742-5560A07C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ซื้อครบ 100 บาท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6051E-451A-4DC2-A424-209704A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F2E4C5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E4C5"/>
                </a:solidFill>
                <a:latin typeface="Tahoma"/>
                <a:ea typeface="Tahoma"/>
                <a:cs typeface="Tahoma"/>
              </a:rPr>
              <a:t>รับส่วนลดสินค้าชิ้นถัดไป 20 บาท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68431-8C40-4108-9578-931CB6B9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531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ซื้อชุดระบายสี 2 ชุดขึ้นไป รับส่วนลดคอร์สปั้นดิน 100 บาท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DC352-FF02-4813-8173-226DC27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9D2B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E9D2BF"/>
                </a:solidFill>
                <a:latin typeface="Tahoma"/>
                <a:ea typeface="Tahoma"/>
                <a:cs typeface="Tahoma"/>
              </a:rPr>
              <a:t>Facebook  •  TikTok  •  LINE  •  QR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0D52D-4918-44C5-B813-32AB6BC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66750"/>
            <a:ext cx="4619625" cy="5429250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6C3A2C"/>
          </a:solidFill>
          <a:ln xmlns:a="http://schemas.openxmlformats.org/drawingml/2006/main" w="19050">
            <a:solidFill>
              <a:srgbClr val="E9D2B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33643-5470-47FC-8FA1-C3B5501A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914400"/>
            <a:ext cx="412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78EFC-9358-422E-BD9E-5FB15365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829300"/>
            <a:ext cx="412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67795-A56F-4AC1-B30B-162F4367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52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พื้นที่สำหรับรูปโปสเตอร์สินค้า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BE14C-90E8-46A5-9992-3055058D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296025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4C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F2E4C5"/>
                </a:solidFill>
                <a:latin typeface="Tahoma"/>
                <a:ea typeface="Tahoma"/>
                <a:cs typeface="Tahoma"/>
              </a:rPr>
              <a:t>ทุกชิ้นมีเรื่องราว ทุกการปั้นช่วยสืบสานงานศิลป์ไทย</a:t>
            </a:r>
          </a:p>
        </p:txBody>
      </p:sp>
    </p:spTree>
    <p:extLst>
      <p:ext uri="{BB962C8B-B14F-4D97-AF65-F5344CB8AC3E}">
        <p14:creationId xmlns:p14="http://schemas.microsoft.com/office/powerpoint/2010/main" val="1901187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2026-09-16T10:31:35.4720000Z</dcterms:created>
  <dcterms:modified xsi:type="dcterms:W3CDTF">2026-09-16T10:31:35.4720000Z</dcterms:modified>
</coreProperties>
</file>