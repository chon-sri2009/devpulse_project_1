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07fde1a38d4419" /><Relationship Type="http://schemas.openxmlformats.org/officeDocument/2006/relationships/extended-properties" Target="/docProps/app.xml" Id="R37a25c4a0bd645b7" /><Relationship Type="http://schemas.openxmlformats.org/officeDocument/2006/relationships/officeDocument" Target="/ppt/presentation.xml" Id="R992bc7401bf14a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4fbbfae8fc41c3"/>
  </p:sldMasterIdLst>
  <p:notesMasterIdLst>
    <p:notesMasterId xmlns:r="http://schemas.openxmlformats.org/officeDocument/2006/relationships" r:id="R1145cd1fa2da477b"/>
  </p:notesMasterIdLst>
  <p:sldIdLst>
    <p:sldId xmlns:r="http://schemas.openxmlformats.org/officeDocument/2006/relationships" id="256" r:id="R3763dd8e611e4618"/>
    <p:sldId xmlns:r="http://schemas.openxmlformats.org/officeDocument/2006/relationships" id="257" r:id="R82783aabacd1420c"/>
    <p:sldId xmlns:r="http://schemas.openxmlformats.org/officeDocument/2006/relationships" id="258" r:id="R41624fbb13df4799"/>
    <p:sldId xmlns:r="http://schemas.openxmlformats.org/officeDocument/2006/relationships" id="259" r:id="R378caf573ef04b69"/>
    <p:sldId xmlns:r="http://schemas.openxmlformats.org/officeDocument/2006/relationships" id="260" r:id="Rb66ca3a29ae740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fd9dfb7772454c" /><Relationship Type="http://schemas.openxmlformats.org/officeDocument/2006/relationships/slideMaster" Target="/ppt/slideMasters/slideMaster1.xml" Id="Reb4fbbfae8fc41c3" /><Relationship Type="http://schemas.openxmlformats.org/officeDocument/2006/relationships/notesMaster" Target="/ppt/notesMasters/notesMaster1.xml" Id="R1145cd1fa2da477b" /><Relationship Type="http://schemas.openxmlformats.org/officeDocument/2006/relationships/presProps" Target="/ppt/presProps.xml" Id="Rb569ae53be564b80" /><Relationship Type="http://schemas.openxmlformats.org/officeDocument/2006/relationships/tableStyles" Target="/ppt/tableStyles.xml" Id="Ra2d4bf8908d542a1" /><Relationship Type="http://schemas.openxmlformats.org/officeDocument/2006/relationships/slide" Target="/ppt/slides/slide1.xml" Id="R3763dd8e611e4618" /><Relationship Type="http://schemas.openxmlformats.org/officeDocument/2006/relationships/slide" Target="/ppt/slides/slide2.xml" Id="R82783aabacd1420c" /><Relationship Type="http://schemas.openxmlformats.org/officeDocument/2006/relationships/slide" Target="/ppt/slides/slide3.xml" Id="R41624fbb13df4799" /><Relationship Type="http://schemas.openxmlformats.org/officeDocument/2006/relationships/slide" Target="/ppt/slides/slide4.xml" Id="R378caf573ef04b69" /><Relationship Type="http://schemas.openxmlformats.org/officeDocument/2006/relationships/slide" Target="/ppt/slides/slide5.xml" Id="Rb66ca3a29ae740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9305d80b143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7bef6b3821494c" /><Relationship Type="http://schemas.openxmlformats.org/officeDocument/2006/relationships/notesMaster" Target="/ppt/notesMasters/notesMaster1.xml" Id="Rd3e331e00475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915c3e925948a8" /><Relationship Type="http://schemas.openxmlformats.org/officeDocument/2006/relationships/notesMaster" Target="/ppt/notesMasters/notesMaster1.xml" Id="R2eda1032bff2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af8515bf647e5" /><Relationship Type="http://schemas.openxmlformats.org/officeDocument/2006/relationships/notesMaster" Target="/ppt/notesMasters/notesMaster1.xml" Id="Rd0c2b7170b4148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d2293502544cf5" /><Relationship Type="http://schemas.openxmlformats.org/officeDocument/2006/relationships/notesMaster" Target="/ppt/notesMasters/notesMaster1.xml" Id="R9acf43e82c054e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8a0dd5efa542b6" /><Relationship Type="http://schemas.openxmlformats.org/officeDocument/2006/relationships/notesMaster" Target="/ppt/notesMasters/notesMaster1.xml" Id="R522a07994c4d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ข้อความปิดท้ายสำหรับโปสเตอร์: ทุกชิ้นมีเรื่องราว ทุกการปั้นช่วยสืบสานงานศิลป์ไทย</a:t>
            </a:r>
          </a:p>
          <a:p xmlns:a="http://schemas.openxmlformats.org/drawingml/2006/main">
            <a:r>
              <a:t>ช่องทางติดต่อสำหรับเติมเมื่อพร้อม: Facebook, TikTok, LINE และ QR 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92f31df9f44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a3332ecd5d4001" /><Relationship Type="http://schemas.openxmlformats.org/officeDocument/2006/relationships/slideLayout" Target="/ppt/slideLayouts/slideLayout1.xml" Id="Rbab6df8f1050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b6df8f1050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caf8932984c14" /><Relationship Type="http://schemas.openxmlformats.org/officeDocument/2006/relationships/notesSlide" Target="/ppt/notesSlides/notesSlide1.xml" Id="Rb0aca3b155c745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43a3f2ecb4cdb" /><Relationship Type="http://schemas.openxmlformats.org/officeDocument/2006/relationships/notesSlide" Target="/ppt/notesSlides/notesSlide2.xml" Id="Rd4d310080b9644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967d34e4d46a5" /><Relationship Type="http://schemas.openxmlformats.org/officeDocument/2006/relationships/notesSlide" Target="/ppt/notesSlides/notesSlide3.xml" Id="R4a226fbfa7ae46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689459528428a" /><Relationship Type="http://schemas.openxmlformats.org/officeDocument/2006/relationships/notesSlide" Target="/ppt/notesSlides/notesSlide4.xml" Id="R44d879ce0cf649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07404293b4c35" /><Relationship Type="http://schemas.openxmlformats.org/officeDocument/2006/relationships/notesSlide" Target="/ppt/notesSlides/notesSlide5.xml" Id="Rf03d973cd7bf4a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78F23-D3AB-410F-B117-035E64B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DA50F-D8BE-43B6-A3B9-CFFFEAF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01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BE03E-70B3-43AB-8B0F-3C801E9E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954E6-CF7D-493F-B13E-2EFFAAF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38175"/>
            <a:ext cx="5200650" cy="621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A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B3CC2-E503-4DDE-B8B7-C0CF5B34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647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57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สยามศิลาดิน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AA0D4-5EDB-4F93-95A5-CACCDB9E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ธุรกิจเครื่องปั้นดินเผาที่สืบสานศิลปะ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และวัฒนธรรมไทย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42F2B-1AAF-4AC3-B51A-B2915CF6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A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B4351-9B28-4CB5-B1B1-E182F0EE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“ปั้นดินให้มีคุณค่า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เพราะงานศิลป์ไทยควรอยู่คู่คนไทย”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ABE12-6814-4EC9-9917-0B320EED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350" b="1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สมาชิก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9685E-E14D-4235-BC18-4DBE0B5C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5762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นราวิชญ์ ทิดมนตรี  ชั้น 2/7  เลขที่ 14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คณธัช หุ่นเมืองปัก  ชั้น 2/7  เลขที่ 15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นวพรรต ลีนะกิตติ  ชั้น 2/7  เลขที่ 20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ชลพล ศรีชาเยช  ชั้น 2/7  เลขที่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974ED-FBC9-4D5D-8781-3E1A276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9675"/>
            <a:ext cx="43053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64B"/>
          </a:solidFill>
          <a:ln xmlns:a="http://schemas.openxmlformats.org/drawingml/2006/main" w="9525">
            <a:solidFill>
              <a:srgbClr val="7F8D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F83D8-4BCB-48D7-BFAB-133D6673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B6C0B1"/>
                </a:solidFill>
                <a:latin typeface="Leelawadee"/>
                <a:ea typeface="Leelawadee"/>
                <a:cs typeface="Leelawadee"/>
              </a:defRPr>
            </a:pPr>
            <a:r>
              <a:rPr sz="1425" b="0">
                <a:solidFill>
                  <a:srgbClr val="B6C0B1"/>
                </a:solidFill>
                <a:latin typeface="Leelawadee"/>
                <a:ea typeface="Leelawadee"/>
                <a:cs typeface="Leelawadee"/>
              </a:rPr>
              <a:t>พื้นที่สำหรับรูปหน้าปก</a:t>
            </a:r>
          </a:p>
        </p:txBody>
      </p:sp>
    </p:spTree>
    <p:extLst>
      <p:ext uri="{BB962C8B-B14F-4D97-AF65-F5344CB8AC3E}">
        <p14:creationId xmlns:p14="http://schemas.microsoft.com/office/powerpoint/2010/main" val="1953625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533B1-B0A1-464D-B6D9-449BFF68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BF35C-78E8-4E32-9982-90F312B6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02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BF69-74AE-4B62-A7C6-9E331D6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C500A-FE6F-4513-84C7-F7777597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แนวคิดและที่มาของธุรกิจ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6197B-168B-44CB-A928-4E3F24EF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แรงบันดาลใจ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9D89B-1D73-4101-B38B-8689CEE4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61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ศิลปะจากดิน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ที่อยู่คู่ชีวิตไทย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BFC67-7F55-4077-B93C-794F5068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5657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พวกเราชื่นชอบศิลปะและวัฒนธรรมไทย โดยเฉพาะ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เครื่องปั้นดินเผาที่สวยงาม เรียบง่าย และสะท้อน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ภูมิปัญญาท้องถิ่น จึงต้องการพัฒนางานหัตถกรรมไทย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ให้เข้ากับความสนใจของผู้บริโภคยุคใหม่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A8FCE-8947-4FFF-A18D-5382396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52625"/>
            <a:ext cx="952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41E6C-9DA6-4338-96AE-9C3A9C1A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7167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ความหมายของชื่อ “สยามศิลาดิน”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73FF3-4248-46ED-B0F3-112C1BE1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สยาม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CAF48-A43E-42A5-8059-C04A97A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515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สื่อถึงความเป็นไทย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DD9E5-62CC-4E42-B919-7FEF361C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576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ศิลาและดิน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39E7C-F0CC-428B-8157-80C6DF3A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1480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สื่อถึงวัสดุธรรมชาติและงานฝีมือ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71C10-6815-489E-B9FC-50297AF7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3392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แนวคิดของธุรกิจ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32302-79C6-4997-AB43-23CDF1CD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17207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จำหน่ายเครื่องปั้นดินเผา ควบคู่ชุดระบายสี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และคอร์สปั้นดิน ลูกค้าจึงได้ทั้งสินค้า ความรู้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และความสนุกจากการลงมือทำ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E4D96-18CE-4386-BD7D-7861B776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9CBB5-6B26-48F6-B00B-FEA80F4E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500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เป้าหมายของแบรนด์คือทำให้งานศิลป์จากดินเข้าถึงง่ายและอยู่ร่วมกับชีวิตประจำวัน</a:t>
            </a:r>
          </a:p>
        </p:txBody>
      </p:sp>
    </p:spTree>
    <p:extLst>
      <p:ext uri="{BB962C8B-B14F-4D97-AF65-F5344CB8AC3E}">
        <p14:creationId xmlns:p14="http://schemas.microsoft.com/office/powerpoint/2010/main" val="619185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AA09E-7F30-4ACD-A598-99522E6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A7DD7-9B7F-4F75-A506-ED924F83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03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62312-C769-4655-872F-69F56338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03DD3-36C7-44AE-9473-9BE8F8FA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กลุ่มเป้าหมายและช่องทางจัดจำหน่าย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B03BB-B732-45CF-946A-14436CB2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กลุ่มเป้าหมายหลัก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D7A43-73A2-4DF9-861A-AE9C0B65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67B7F-7A5C-4A0C-B98B-7E9B352A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146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ผู้ที่สนใจศิลปะและวัฒนธรรมไทย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9F042-C7D6-40E3-9138-D5A6C375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D8383-CF26-4EF9-B756-AF153C65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นักเรียน นักศึกษา และครอบครัว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ที่มองหากิจกรรมสร้างสรรค์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87FE2-09D2-444D-8646-A1E7D430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BC9C1-6E6E-4337-B1FF-CA0E7923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นักท่องเที่ยวที่ต้องการของฝาก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ที่มีเอกลักษณ์ไทย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B9407-35A0-4F81-8D17-3DD2FD2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57C68-DC3B-4577-A3EA-F1A589ED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ผู้ที่ต้องการของตกแต่งบ้าน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หรือของขวัญทำมือ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E9C2A-F1A9-4F34-8EDF-B015E8FE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95475"/>
            <a:ext cx="4962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A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B401B-CC57-4728-8127-98139937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17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ช่องทางจัดจำหน่าย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1EF36-6CD8-4A21-8897-3D05337E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289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หน้าร้าน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B6F5B-6024-43DA-B1F1-D72A575F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4238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ร้านสยามศิลาดิน ตลาดงานฝีมือ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และบูธตามเทศกาลหรือแหล่งท่องเที่ยว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เชิงวัฒนธรรม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B8891-0030-4933-ACB3-37DE03C1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ออนไลน์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EA64E-1C0B-4236-B541-AF8BA0DC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672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Facebook, Instagram, TikTok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LINE Official Account, Shopee, Lazada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4B937-6C2C-43D3-B1ED-730EDA73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046A5-5725-48B8-8650-D62E73E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เครื่องปั้นดินเผาเป็นทั้งของใช้ ของตกแต่ง และผลงานศิลปะ ลูกค้าจึงเลือกซื้อเพื่อใช้งาน สะสม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มอบเป็นของขวัญ หรือเรียนรู้การปั้นด้วยตนเองได้</a:t>
            </a:r>
          </a:p>
        </p:txBody>
      </p:sp>
    </p:spTree>
    <p:extLst>
      <p:ext uri="{BB962C8B-B14F-4D97-AF65-F5344CB8AC3E}">
        <p14:creationId xmlns:p14="http://schemas.microsoft.com/office/powerpoint/2010/main" val="7126149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44A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CAE3E-60F3-48BC-B246-D055331D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2F2C2-36D4-483C-8DB8-DAA4388B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rPr>
              <a:t>04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B1CA0-3015-4C41-BB49-C125F4F4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07730-672E-4141-8E09-A8A9E1C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สินค้าและบริการ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266CB-BC96-4B2E-982B-2C5A1660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4FCF7-A2EB-4F6B-A06D-335EB0D6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เครื่องใช้และของตกแต่ง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C831E-670B-4DB4-AFFC-8C9F6694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DE232-AF65-4ACB-80F9-CDDA24FA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ถ้วย จาน และหม้อ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แจกันและของตกแต่งบ้าน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กำไลข้อมือจากดินเผา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06B91-13E9-4124-910C-0FB3E5A8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E0214-0514-42B7-A0FB-86D58CB3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กิจกรรมสร้างสรรค์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022D7-38C8-4F06-B666-CDE8EF96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A2C2A-EBB6-4925-ADFD-4170D88D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ของเล่นจากดินเผา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ชุดเครื่องปั้นดินเผา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สำหรับระบายสี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อุปกรณ์ขึ้นรูปและตกแต่ง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E5E34-E79A-4A97-82A9-EEDD43C9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508D4-8501-4BE7-9722-B29256D6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คอร์สและประสบการณ์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ACAD7-D551-4CC8-B758-55DB6EF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E0CE7-6A97-4E79-938A-FFA3DE46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คอร์สปั้นดินสำหรับผู้เริ่มต้น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กิจกรรมสำหรับคู่รัก ครอบครัว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และกลุ่มเพื่อน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กิจกรรมสำหรับโรงเรียน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และองค์กร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11764-403D-49B0-8E25-76C5BD6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760D6-4057-478F-AB4B-4065F7C9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จุดเด่นของร้าน: ลูกค้าสามารถซื้อสินค้าสำเร็จรูป ออกแบบผลงานของตนเอง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หรือเรียนรู้กระบวนการปั้นดินได้ภายในร้านเดียว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1104976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3DB63-AFF5-43EB-860C-A54F8366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E2FC8-ADFC-43C6-A769-86C98B5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05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0D724-DD2D-488C-ABAF-682859B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D7A42-12F2-4407-8CE2-273A33F3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825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825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สยามศิลาดิน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B234B-8A92-41BA-A79D-0E7CDD9D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3924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ทุกชิ้นมีเรื่องราว</a:t>
            </a:r>
          </a:p>
          <a:p xmlns:a="http://schemas.openxmlformats.org/drawingml/2006/main">
            <a:pPr algn="r">
              <a:lnSpc>
                <a:spcPct val="115000"/>
              </a:lnSpc>
              <a:buNone/>
              <a:def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15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ทุกการปั้นช่วยสืบสานงานศิลป์ไทย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F8148-D4A8-4E85-BB80-0CF6C782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3355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27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Facebook, TikTok, LINE, QR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7E94D-A43C-416F-B8E4-78A5214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764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“ปั้นดินให้มีคุณค่า เพราะงานศิลป์ไทยควรอยู่คู่คนไทย”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BE466-8DB7-4A0A-BCCF-408EAD7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สัมผัสเสน่ห์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เครื่องปั้นดินเผาไทย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323D9-DD7F-4EAD-8724-60ABF9D0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861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เลือกซื้อของใช้ ของตกแต่ง และสนุกกับ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กิจกรรมระบายสีหรือปั้นดินด้วยตนเอง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7B208-B6B4-4331-9FD2-583B4350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โปรโมชั่นพิเศษ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B9464-4030-4DB9-9547-3D9603C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900" b="1">
                <a:solidFill>
                  <a:srgbClr val="A45138"/>
                </a:solidFill>
                <a:latin typeface="Georgia"/>
                <a:ea typeface="Georgia"/>
                <a:cs typeface="Georgia"/>
              </a:defRPr>
            </a:pPr>
            <a:r>
              <a:rPr sz="6900" b="1">
                <a:solidFill>
                  <a:srgbClr val="A45138"/>
                </a:solidFill>
                <a:latin typeface="Georgia"/>
                <a:ea typeface="Georgia"/>
                <a:cs typeface="Georgia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D9F68-3FB5-47E8-A897-710A09AA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5149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62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บาท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9042D-8263-424C-919A-709E67B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531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ซื้อครบ รับส่วนลดสินค้าชิ้นถัดไป 20 บาท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1E8B-016E-4A00-A01A-DAF0B40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05050"/>
            <a:ext cx="609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9525">
            <a:solidFill>
              <a:srgbClr val="C7BA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9B739-990C-444D-AAF8-9A7ED16B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567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958675"/>
                </a:solidFill>
                <a:latin typeface="Leelawadee"/>
                <a:ea typeface="Leelawadee"/>
                <a:cs typeface="Leelawadee"/>
              </a:defRPr>
            </a:pPr>
            <a:r>
              <a:rPr sz="1425" b="0">
                <a:solidFill>
                  <a:srgbClr val="958675"/>
                </a:solidFill>
                <a:latin typeface="Leelawadee"/>
                <a:ea typeface="Leelawadee"/>
                <a:cs typeface="Leelawadee"/>
              </a:rPr>
              <a:t>พื้นที่สำหรับรูปโปสเตอร์สินค้า 16:9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34F18-AE2A-4DAF-938F-CA964FDD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53125"/>
            <a:ext cx="5915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ซื้อชุดระบายสี 2 ชุดขึ้นไป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รับส่วนลดคอร์สปั้นดิน 100 บาท</a:t>
            </a:r>
          </a:p>
        </p:txBody>
      </p:sp>
    </p:spTree>
    <p:extLst>
      <p:ext uri="{BB962C8B-B14F-4D97-AF65-F5344CB8AC3E}">
        <p14:creationId xmlns:p14="http://schemas.microsoft.com/office/powerpoint/2010/main" val="1104836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2026-09-16T14:32:01.5900000Z</dcterms:created>
  <dcterms:modified xsi:type="dcterms:W3CDTF">2026-09-16T14:32:01.5900000Z</dcterms:modified>
</coreProperties>
</file>