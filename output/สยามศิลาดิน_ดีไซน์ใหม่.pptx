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e80bd5653e45e8" /><Relationship Type="http://schemas.openxmlformats.org/officeDocument/2006/relationships/extended-properties" Target="/docProps/app.xml" Id="R679a72604721433a" /><Relationship Type="http://schemas.openxmlformats.org/officeDocument/2006/relationships/officeDocument" Target="/ppt/presentation.xml" Id="R14fda2d31d20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4ae967dba479d"/>
  </p:sldMasterIdLst>
  <p:notesMasterIdLst>
    <p:notesMasterId xmlns:r="http://schemas.openxmlformats.org/officeDocument/2006/relationships" r:id="R84cdeb93a77f48d8"/>
  </p:notesMasterIdLst>
  <p:sldIdLst>
    <p:sldId xmlns:r="http://schemas.openxmlformats.org/officeDocument/2006/relationships" id="256" r:id="R697f153a41a54d14"/>
    <p:sldId xmlns:r="http://schemas.openxmlformats.org/officeDocument/2006/relationships" id="257" r:id="R9b7dc3888cf84fad"/>
    <p:sldId xmlns:r="http://schemas.openxmlformats.org/officeDocument/2006/relationships" id="258" r:id="R72d567573f1f4bef"/>
    <p:sldId xmlns:r="http://schemas.openxmlformats.org/officeDocument/2006/relationships" id="259" r:id="R779320bd5b6f4290"/>
    <p:sldId xmlns:r="http://schemas.openxmlformats.org/officeDocument/2006/relationships" id="260" r:id="Rd8cba1586942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c22a5f7ff4274" /><Relationship Type="http://schemas.openxmlformats.org/officeDocument/2006/relationships/slideMaster" Target="/ppt/slideMasters/slideMaster1.xml" Id="R7ff4ae967dba479d" /><Relationship Type="http://schemas.openxmlformats.org/officeDocument/2006/relationships/notesMaster" Target="/ppt/notesMasters/notesMaster1.xml" Id="R84cdeb93a77f48d8" /><Relationship Type="http://schemas.openxmlformats.org/officeDocument/2006/relationships/presProps" Target="/ppt/presProps.xml" Id="R750a839ecf95417b" /><Relationship Type="http://schemas.openxmlformats.org/officeDocument/2006/relationships/tableStyles" Target="/ppt/tableStyles.xml" Id="R6c9e4156ddbc446e" /><Relationship Type="http://schemas.openxmlformats.org/officeDocument/2006/relationships/slide" Target="/ppt/slides/slide1.xml" Id="R697f153a41a54d14" /><Relationship Type="http://schemas.openxmlformats.org/officeDocument/2006/relationships/slide" Target="/ppt/slides/slide2.xml" Id="R9b7dc3888cf84fad" /><Relationship Type="http://schemas.openxmlformats.org/officeDocument/2006/relationships/slide" Target="/ppt/slides/slide3.xml" Id="R72d567573f1f4bef" /><Relationship Type="http://schemas.openxmlformats.org/officeDocument/2006/relationships/slide" Target="/ppt/slides/slide4.xml" Id="R779320bd5b6f4290" /><Relationship Type="http://schemas.openxmlformats.org/officeDocument/2006/relationships/slide" Target="/ppt/slides/slide5.xml" Id="Rd8cba1586942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9b8479902e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491d123b0b4701" /><Relationship Type="http://schemas.openxmlformats.org/officeDocument/2006/relationships/notesMaster" Target="/ppt/notesMasters/notesMaster1.xml" Id="R29896185098d42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dce37ba8264f5c" /><Relationship Type="http://schemas.openxmlformats.org/officeDocument/2006/relationships/notesMaster" Target="/ppt/notesMasters/notesMaster1.xml" Id="R626d6f811025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f8d13e87a246e6" /><Relationship Type="http://schemas.openxmlformats.org/officeDocument/2006/relationships/notesMaster" Target="/ppt/notesMasters/notesMaster1.xml" Id="R54b7eec8880b44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ac8f1a9d5349c5" /><Relationship Type="http://schemas.openxmlformats.org/officeDocument/2006/relationships/notesMaster" Target="/ppt/notesMasters/notesMaster1.xml" Id="R068dea0d90eb4d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11f6f1d884f21" /><Relationship Type="http://schemas.openxmlformats.org/officeDocument/2006/relationships/notesMaster" Target="/ppt/notesMasters/notesMaster1.xml" Id="R91d1e9fcbcc847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ข้อความปิดท้ายสำหรับโปสเตอร์: ทุกชิ้นมีเรื่องราว ทุกการปั้นช่วยสืบสานงานศิลป์ไทย</a:t>
            </a:r>
          </a:p>
          <a:p xmlns:a="http://schemas.openxmlformats.org/drawingml/2006/main">
            <a:r>
              <a:t>ช่องทางติดต่อสำหรับเติมเมื่อพร้อม: Facebook, TikTok, LINE และ QR 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6d54c3d83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69708176c1456d" /><Relationship Type="http://schemas.openxmlformats.org/officeDocument/2006/relationships/slideLayout" Target="/ppt/slideLayouts/slideLayout1.xml" Id="R4eeed4c8aaa540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eed4c8aaa540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12d25b78e409a" /><Relationship Type="http://schemas.openxmlformats.org/officeDocument/2006/relationships/notesSlide" Target="/ppt/notesSlides/notesSlide1.xml" Id="R159d70d53e8041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6fc00bac64013" /><Relationship Type="http://schemas.openxmlformats.org/officeDocument/2006/relationships/notesSlide" Target="/ppt/notesSlides/notesSlide2.xml" Id="R4326b441a77d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3357320694110" /><Relationship Type="http://schemas.openxmlformats.org/officeDocument/2006/relationships/notesSlide" Target="/ppt/notesSlides/notesSlide3.xml" Id="R8b7625b47eca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69547057c49be" /><Relationship Type="http://schemas.openxmlformats.org/officeDocument/2006/relationships/notesSlide" Target="/ppt/notesSlides/notesSlide4.xml" Id="R3de6e8c027944a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b3ec51f1f4f7f" /><Relationship Type="http://schemas.openxmlformats.org/officeDocument/2006/relationships/notesSlide" Target="/ppt/notesSlides/notesSlide5.xml" Id="R32b7624e898642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D63E1-1AD4-4C56-B264-0D3C1249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4058D-2442-4F0E-9FCA-DEEB74E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01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E6A2C-D343-40DA-B312-3A9A52E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02D85-6AFD-4263-A0F3-509998EB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38175"/>
            <a:ext cx="5200650" cy="621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A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81609-DA82-4545-A0A9-4391721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647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57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สยามศิลาดิน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3DACB-7A1D-4F9D-9650-E448EA63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ธุรกิจเครื่องปั้นดินเผาที่สืบสานศิลปะ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และวัฒนธรรมไทย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DDAF8-2137-49A6-A979-043FC86B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A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38A03-4A31-49DA-A030-4065CFF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“ปั้นดินให้มีคุณค่า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เพราะงานศิลป์ไทยควรอยู่คู่คนไทย”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74738-A73B-4108-BD0A-256C7DA2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350" b="1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สมาชิก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7C4B7-4431-468E-A06C-FD42E5C8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5762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นราวิชญ์ ทิดมนตรี  ชั้น 2/7  เลขที่ 14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คณธัช หุ่นเมืองปัก  ชั้น 2/7  เลขที่ 15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นวพรรต ลีนะกิตติ  ชั้น 2/7  เลขที่ 20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ชลพล ศรีชาเยช  ชั้น 2/7  เลขที่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1679C-C2CB-452B-B5C1-7E719E5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9675"/>
            <a:ext cx="43053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64B"/>
          </a:solidFill>
          <a:ln xmlns:a="http://schemas.openxmlformats.org/drawingml/2006/main" w="9525">
            <a:solidFill>
              <a:srgbClr val="7F8D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1DE35-677B-4237-97AE-012ED579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B6C0B1"/>
                </a:solidFill>
                <a:latin typeface="Leelawadee"/>
                <a:ea typeface="Leelawadee"/>
                <a:cs typeface="Leelawadee"/>
              </a:defRPr>
            </a:pPr>
            <a:r>
              <a:rPr sz="1425" b="0">
                <a:solidFill>
                  <a:srgbClr val="B6C0B1"/>
                </a:solidFill>
                <a:latin typeface="Leelawadee"/>
                <a:ea typeface="Leelawadee"/>
                <a:cs typeface="Leelawadee"/>
              </a:rPr>
              <a:t>พื้นที่สำหรับรูปหน้าปก</a:t>
            </a:r>
          </a:p>
        </p:txBody>
      </p:sp>
    </p:spTree>
    <p:extLst>
      <p:ext uri="{BB962C8B-B14F-4D97-AF65-F5344CB8AC3E}">
        <p14:creationId xmlns:p14="http://schemas.microsoft.com/office/powerpoint/2010/main" val="1377231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19B05-31EF-4959-B5FC-D52E4DA4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19D91-A822-43C0-BD5D-28B16164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02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E6B33-187F-47C1-ABDE-BEB093B4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9D425-7AF1-46FF-8D48-A28D8F8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แนวคิดและที่มาของธุรกิจ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A8082-8D6B-4B8C-B1BE-6469F8DB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แรงบันดาลใจ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6CED7-25E4-46A9-938F-C02EE2F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61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ศิลปะจากดิน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ที่อยู่คู่ชีวิตไทย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85C9B-048F-4EA7-A028-102FE2B7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5657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พวกเราชื่นชอบศิลปะและวัฒนธรรมไทย โดยเฉพาะ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เครื่องปั้นดินเผาที่สวยงาม เรียบง่าย และสะท้อน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ภูมิปัญญาท้องถิ่น จึงต้องการพัฒนางานหัตถกรรมไทย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ให้เข้ากับความสนใจของผู้บริโภคยุคใหม่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E08D9-CF7B-41F1-BF8B-915C1695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52625"/>
            <a:ext cx="952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0A7D-22E5-41FF-A5CB-AA025113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7167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ความหมายของชื่อ “สยามศิลาดิน”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93DFA-EFFF-44F1-A816-CFA6A7AD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สยาม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90874-9F1D-4583-BA9A-93DA67A9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515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สื่อถึงความเป็นไทย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B0C77-449C-4671-9760-5E9A9A08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576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ศิลาและดิน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9075F-D949-41CE-BC58-2BDB91FD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1480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สื่อถึงวัสดุธรรมชาติและงานฝีมือ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B287D-BD48-4D83-AACB-AD0A0496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3392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แนวคิดของธุรกิจ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6C74F-C2C5-444C-BD90-B8A94DD6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17207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จำหน่ายเครื่องปั้นดินเผา ควบคู่ชุดระบายสี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และคอร์สปั้นดิน ลูกค้าจึงได้ทั้งสินค้า ความรู้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และความสนุกจากการลงมือทำ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24E90-01DB-47CD-ADFF-48A0374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B2AA0-15FF-4220-B8B4-694E7ACB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500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เป้าหมายของแบรนด์คือทำให้งานศิลป์จากดินเข้าถึงง่ายและอยู่ร่วมกับชีวิตประจำวัน</a:t>
            </a:r>
          </a:p>
        </p:txBody>
      </p:sp>
    </p:spTree>
    <p:extLst>
      <p:ext uri="{BB962C8B-B14F-4D97-AF65-F5344CB8AC3E}">
        <p14:creationId xmlns:p14="http://schemas.microsoft.com/office/powerpoint/2010/main" val="1906303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1F8C6-2075-45C1-862A-4A189819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26A85-7FCB-4CA5-A1A5-F1B4347C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03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C5697-1103-47FB-9881-F5AB6B63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82F56-F513-4E18-BF8F-3E1FFF4B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กลุ่มเป้าหมายและช่องทางจัดจำหน่าย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7FB8A-87E8-4106-A0FA-8283964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กลุ่มเป้าหมายหลัก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50282-CE20-4E3F-8CF0-3E29C4D4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A0B30-111B-4E18-93A3-879FA09D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146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ผู้ที่สนใจศิลปะและวัฒนธรรมไทย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97934-B2C2-4F11-9503-10C8EED3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72426-D7F8-459F-A45F-24E59322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นักเรียน นักศึกษา และครอบครัว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ที่มองหากิจกรรมสร้างสรรค์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31556-2F0F-4DC6-8A4F-4D7F1CB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E3A4F-D585-44E1-9441-F9D64424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นักท่องเที่ยวที่ต้องการของฝาก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ที่มีเอกลักษณ์ไทย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69157-0DF9-4AA5-A0E4-086211EC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82124-EED1-4BE8-8A33-533D121B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ผู้ที่ต้องการของตกแต่งบ้าน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หรือของขวัญทำมือ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0DED3-AE82-4238-8488-3574C388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95475"/>
            <a:ext cx="4962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A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BD8B6-5A20-45A1-B4BC-F882B0C8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17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ช่องทางจัดจำหน่าย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7CE0C-2D23-4603-AB0E-A8077BEF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289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หน้าร้าน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1D316-B437-4B72-AC13-37AA2B3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4238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ร้านสยามศิลาดิน ตลาดงานฝีมือ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และบูธตามเทศกาลหรือแหล่งท่องเที่ยว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เชิงวัฒนธรรม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19267-9C60-43AE-A9FF-EF8752A0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ออนไลน์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7B4C8-9468-4729-AECB-FCE6EE34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672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Facebook, Instagram, TikTok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LINE Official Account, Shopee, Lazada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90AB5-E889-4D13-A4F6-04B065A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59BF6-80B7-4A0F-9053-17FDC78C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เครื่องปั้นดินเผาเป็นทั้งของใช้ ของตกแต่ง และผลงานศิลปะ ลูกค้าจึงเลือกซื้อเพื่อใช้งาน สะสม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มอบเป็นของขวัญ หรือเรียนรู้การปั้นด้วยตนเองได้</a:t>
            </a:r>
          </a:p>
        </p:txBody>
      </p:sp>
    </p:spTree>
    <p:extLst>
      <p:ext uri="{BB962C8B-B14F-4D97-AF65-F5344CB8AC3E}">
        <p14:creationId xmlns:p14="http://schemas.microsoft.com/office/powerpoint/2010/main" val="285937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44A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F4A28-7C8D-4055-B95D-196AB891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636FA-7513-4299-80D4-72FFF7C5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rPr>
              <a:t>04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2A913-5E0C-40BE-811B-E101A8C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AA825-2E34-45C1-B539-9F9CBD8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สินค้าและบริการ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464B3-69F2-4CAF-A8AD-970D7A3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F0E01-834C-4AFA-ACC0-7E9FEB7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เครื่องใช้และของตกแต่ง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E16B7-9B10-4996-886F-B0F8C8E6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932C2-A6C7-44F4-9425-9C30673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ถ้วย จาน และหม้อ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แจกันและของตกแต่งบ้าน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กำไลข้อมือจากดินเผา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C8267-66A3-4F63-82CF-02770B73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5132E-696C-4D04-8A58-2503CF5A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กิจกรรมสร้างสรรค์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48F2B-28B4-46CC-8BA5-7B682AC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450AE-1AAA-4186-8457-C7C16BFB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ของเล่นจากดินเผา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ชุดเครื่องปั้นดินเผา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สำหรับระบายสี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อุปกรณ์ขึ้นรูปและตกแต่ง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28408-D678-4BE0-91C6-C22E8B12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6C9BF-8DAD-4BCF-803F-60A8152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คอร์สและประสบการณ์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4A5D3-F6F8-4475-8117-26ED8888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E7BBD-7EA2-4DB2-AB6A-00D5099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คอร์สปั้นดินสำหรับผู้เริ่มต้น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กิจกรรมสำหรับคู่รัก ครอบครัว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และกลุ่มเพื่อน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กิจกรรมสำหรับโรงเรียน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และองค์กร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55C62-639B-4BA5-B6C2-81A3FEA5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279F-B962-4B95-BF84-1DD02D52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จุดเด่นของร้าน: ลูกค้าสามารถซื้อสินค้าสำเร็จรูป ออกแบบผลงานของตนเอง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หรือเรียนรู้กระบวนการปั้นดินได้ภายในร้านเดียว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140551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79445-8C99-4CCB-9A9D-7FC228CA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173D0-BF0C-4B6F-AA56-26BD381F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05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E5556-8E98-4F82-953F-1DE38D4D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1B323-FCB6-4B9F-B729-9F7503EB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825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825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สยามศิลาดิน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64810-A632-40FE-A072-74036412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3924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ทุกชิ้นมีเรื่องราว</a:t>
            </a:r>
          </a:p>
          <a:p xmlns:a="http://schemas.openxmlformats.org/drawingml/2006/main">
            <a:pPr algn="r">
              <a:lnSpc>
                <a:spcPct val="115000"/>
              </a:lnSpc>
              <a:buNone/>
              <a:def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ทุกการปั้นช่วยสืบสานงานศิลป์ไทย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E263F-11F9-489B-9E12-5814872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335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27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Facebook, TikTok, LINE, QR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533AA-1F9D-4B4E-B552-327F0CC1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764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“ปั้นดินให้มีคุณค่า เพราะงานศิลป์ไทยควรอยู่คู่คนไทย”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BF20D-AC5E-447C-934F-8276FF7C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สัมผัสเสน่ห์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เครื่องปั้นดินเผาไทย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2BFEF-CA94-4576-B79F-7667772C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861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เลือกซื้อของใช้ ของตกแต่ง และสนุกกับ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กิจกรรมระบายสีหรือปั้นดินด้วยตนเอง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9B4E5-9F7F-4F26-97E4-8675108A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โปรโมชั่นพิเศษ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F459F-A5F3-410A-B0C3-E4B514A9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900" b="1">
                <a:solidFill>
                  <a:srgbClr val="A45138"/>
                </a:solidFill>
                <a:latin typeface="Georgia"/>
                <a:ea typeface="Georgia"/>
                <a:cs typeface="Georgia"/>
              </a:defRPr>
            </a:pPr>
            <a:r>
              <a:rPr sz="6900" b="1">
                <a:solidFill>
                  <a:srgbClr val="A45138"/>
                </a:solidFill>
                <a:latin typeface="Georgia"/>
                <a:ea typeface="Georgia"/>
                <a:cs typeface="Georgia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4D2B8-DD21-4EFF-9159-9556E387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5149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62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บาท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D42DC-E649-4599-8B0C-1260CD06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531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ซื้อครบ รับส่วนลดสินค้าชิ้นถัดไป 20 บาท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3281C-CC9D-4227-9CA6-419F150D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90775"/>
            <a:ext cx="5915025" cy="33272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9525">
            <a:solidFill>
              <a:srgbClr val="C7BA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332F6-D4AC-4500-8D06-8F3D4D64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882926"/>
            <a:ext cx="549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958675"/>
                </a:solidFill>
                <a:latin typeface="Leelawadee"/>
                <a:ea typeface="Leelawadee"/>
                <a:cs typeface="Leelawadee"/>
              </a:defRPr>
            </a:pPr>
            <a:r>
              <a:rPr sz="1425" b="0">
                <a:solidFill>
                  <a:srgbClr val="958675"/>
                </a:solidFill>
                <a:latin typeface="Leelawadee"/>
                <a:ea typeface="Leelawadee"/>
                <a:cs typeface="Leelawadee"/>
              </a:rPr>
              <a:t>พื้นที่สำหรับรูปโปสเตอร์สินค้า 16:9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4689D-1307-4FEA-869F-E461256A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53125"/>
            <a:ext cx="5915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ซื้อชุดระบายสี 2 ชุดขึ้นไป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รับส่วนลดคอร์สปั้นดิน 100 บาท</a:t>
            </a:r>
          </a:p>
        </p:txBody>
      </p:sp>
    </p:spTree>
    <p:extLst>
      <p:ext uri="{BB962C8B-B14F-4D97-AF65-F5344CB8AC3E}">
        <p14:creationId xmlns:p14="http://schemas.microsoft.com/office/powerpoint/2010/main" val="351203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2026-09-16T10:44:40.3240000Z</dcterms:created>
  <dcterms:modified xsi:type="dcterms:W3CDTF">2026-09-16T10:44:40.3240000Z</dcterms:modified>
</coreProperties>
</file>