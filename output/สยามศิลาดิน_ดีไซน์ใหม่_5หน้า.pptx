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4e08b883554a2a" /><Relationship Type="http://schemas.openxmlformats.org/officeDocument/2006/relationships/extended-properties" Target="/docProps/app.xml" Id="Re684e2fd9d934e9e" /><Relationship Type="http://schemas.openxmlformats.org/officeDocument/2006/relationships/officeDocument" Target="/ppt/presentation.xml" Id="R4623ef960c834c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aff616984d4db9"/>
  </p:sldMasterIdLst>
  <p:notesMasterIdLst>
    <p:notesMasterId xmlns:r="http://schemas.openxmlformats.org/officeDocument/2006/relationships" r:id="R8e2d4e6e2d234fc1"/>
  </p:notesMasterIdLst>
  <p:sldIdLst>
    <p:sldId xmlns:r="http://schemas.openxmlformats.org/officeDocument/2006/relationships" id="256" r:id="Rd41e14446f22439f"/>
    <p:sldId xmlns:r="http://schemas.openxmlformats.org/officeDocument/2006/relationships" id="257" r:id="R0213f2984dfb4ebc"/>
    <p:sldId xmlns:r="http://schemas.openxmlformats.org/officeDocument/2006/relationships" id="258" r:id="R454417ab55dd4c22"/>
    <p:sldId xmlns:r="http://schemas.openxmlformats.org/officeDocument/2006/relationships" id="259" r:id="Rcc8df8433e834528"/>
    <p:sldId xmlns:r="http://schemas.openxmlformats.org/officeDocument/2006/relationships" id="260" r:id="R13f124c1966941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9d2b40d5364bb1" /><Relationship Type="http://schemas.openxmlformats.org/officeDocument/2006/relationships/slideMaster" Target="/ppt/slideMasters/slideMaster1.xml" Id="Re1aff616984d4db9" /><Relationship Type="http://schemas.openxmlformats.org/officeDocument/2006/relationships/notesMaster" Target="/ppt/notesMasters/notesMaster1.xml" Id="R8e2d4e6e2d234fc1" /><Relationship Type="http://schemas.openxmlformats.org/officeDocument/2006/relationships/presProps" Target="/ppt/presProps.xml" Id="R556e326095964aa3" /><Relationship Type="http://schemas.openxmlformats.org/officeDocument/2006/relationships/tableStyles" Target="/ppt/tableStyles.xml" Id="Rd5b3f7e58ec0413e" /><Relationship Type="http://schemas.openxmlformats.org/officeDocument/2006/relationships/slide" Target="/ppt/slides/slide1.xml" Id="Rd41e14446f22439f" /><Relationship Type="http://schemas.openxmlformats.org/officeDocument/2006/relationships/slide" Target="/ppt/slides/slide2.xml" Id="R0213f2984dfb4ebc" /><Relationship Type="http://schemas.openxmlformats.org/officeDocument/2006/relationships/slide" Target="/ppt/slides/slide3.xml" Id="R454417ab55dd4c22" /><Relationship Type="http://schemas.openxmlformats.org/officeDocument/2006/relationships/slide" Target="/ppt/slides/slide4.xml" Id="Rcc8df8433e834528" /><Relationship Type="http://schemas.openxmlformats.org/officeDocument/2006/relationships/slide" Target="/ppt/slides/slide5.xml" Id="R13f124c1966941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b5f4d3e2a1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275238c8034dd2" /><Relationship Type="http://schemas.openxmlformats.org/officeDocument/2006/relationships/notesMaster" Target="/ppt/notesMasters/notesMaster1.xml" Id="Raa89e6acb92a47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7d0c67121948c9" /><Relationship Type="http://schemas.openxmlformats.org/officeDocument/2006/relationships/notesMaster" Target="/ppt/notesMasters/notesMaster1.xml" Id="Rec96c5160ae9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f08af1261d452b" /><Relationship Type="http://schemas.openxmlformats.org/officeDocument/2006/relationships/notesMaster" Target="/ppt/notesMasters/notesMaster1.xml" Id="Rfd88bcbbf91d43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5a5dae5f734a4e" /><Relationship Type="http://schemas.openxmlformats.org/officeDocument/2006/relationships/notesMaster" Target="/ppt/notesMasters/notesMaster1.xml" Id="Rae74355209ee4e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8b839d05e7442e" /><Relationship Type="http://schemas.openxmlformats.org/officeDocument/2006/relationships/notesMaster" Target="/ppt/notesMasters/notesMaster1.xml" Id="R4bb3151c1d7a4d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ข้อความปิดท้ายสำหรับโปสเตอร์: ทุกชิ้นมีเรื่องราว ทุกการปั้นช่วยสืบสานงานศิลป์ไทย</a:t>
            </a:r>
          </a:p>
          <a:p xmlns:a="http://schemas.openxmlformats.org/drawingml/2006/main">
            <a:r>
              <a:t>ช่องทางติดต่อสำหรับเติมเมื่อพร้อม: Facebook, TikTok, LINE และ QR Code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2293b353a40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0478225b8646d5" /><Relationship Type="http://schemas.openxmlformats.org/officeDocument/2006/relationships/slideLayout" Target="/ppt/slideLayouts/slideLayout1.xml" Id="R3bdf754cc7eb4a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df754cc7eb4a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ab6ded78146f1" /><Relationship Type="http://schemas.openxmlformats.org/officeDocument/2006/relationships/notesSlide" Target="/ppt/notesSlides/notesSlide1.xml" Id="Rf46c3025322a4a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0b159c1e6426a" /><Relationship Type="http://schemas.openxmlformats.org/officeDocument/2006/relationships/notesSlide" Target="/ppt/notesSlides/notesSlide2.xml" Id="Rfab9de0b50534c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12867c15b4357" /><Relationship Type="http://schemas.openxmlformats.org/officeDocument/2006/relationships/notesSlide" Target="/ppt/notesSlides/notesSlide3.xml" Id="Rad01f20176c741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832c6ec8c402b" /><Relationship Type="http://schemas.openxmlformats.org/officeDocument/2006/relationships/notesSlide" Target="/ppt/notesSlides/notesSlide4.xml" Id="R4f2ed69df39045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5062d563c4abf" /><Relationship Type="http://schemas.openxmlformats.org/officeDocument/2006/relationships/notesSlide" Target="/ppt/notesSlides/notesSlide5.xml" Id="R25c3a25c47fb45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12539-E76F-4E0B-9CFE-D0209453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92256-0EB5-4F90-AC4A-5D857275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01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D3BCC-3072-4934-BA24-274D7AEC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50F598-525D-4B95-B094-56DF6BB4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38175"/>
            <a:ext cx="5200650" cy="621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A40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11D41-4939-4407-AB4D-7BA77CB3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81100"/>
            <a:ext cx="647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57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สยามศิลาดิน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48864-B376-4DBA-8891-B27A026A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ธุรกิจเครื่องปั้นดินเผาที่สืบสานศิลปะ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0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และวัฒนธรรมไทย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0E976-5262-495E-8215-BB2097B1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997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A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FA927-4196-4B11-9B9E-9A7AAD87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“ปั้นดินให้มีคุณค่า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เพราะงานศิลป์ไทยควรอยู่คู่คนไทย”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673EB-97EB-4D44-9919-2785228B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350" b="1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สมาชิก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1361B-19BF-4D7E-BB33-A51233F7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05450"/>
            <a:ext cx="57626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นราวิชญ์ ทิดมนตรี  ชั้น 2/7  เลขที่ 14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คณธัช หุ่นเมืองปัก  ชั้น 2/7  เลขที่ 15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นวพรรต ลีนะกิตติ  ชั้น 2/7  เลขที่ 20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35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นาย ชลพล ศรีชาเยช  ชั้น 2/7  เลขที่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90C259-56C4-41FE-95B3-D6911771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209675"/>
            <a:ext cx="4305300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64B"/>
          </a:solidFill>
          <a:ln xmlns:a="http://schemas.openxmlformats.org/drawingml/2006/main" w="9525">
            <a:solidFill>
              <a:srgbClr val="7F8D7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44AF1-4793-47F3-8C6A-E6B36EAD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B6C0B1"/>
                </a:solidFill>
                <a:latin typeface="Leelawadee"/>
                <a:ea typeface="Leelawadee"/>
                <a:cs typeface="Leelawadee"/>
              </a:defRPr>
            </a:pPr>
            <a:r>
              <a:rPr sz="1425" b="0">
                <a:solidFill>
                  <a:srgbClr val="B6C0B1"/>
                </a:solidFill>
                <a:latin typeface="Leelawadee"/>
                <a:ea typeface="Leelawadee"/>
                <a:cs typeface="Leelawadee"/>
              </a:rPr>
              <a:t>พื้นที่สำหรับรูปหน้าปก</a:t>
            </a:r>
          </a:p>
        </p:txBody>
      </p:sp>
    </p:spTree>
    <p:extLst>
      <p:ext uri="{BB962C8B-B14F-4D97-AF65-F5344CB8AC3E}">
        <p14:creationId xmlns:p14="http://schemas.microsoft.com/office/powerpoint/2010/main" val="1709385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EDC38-5E00-4E82-AA6E-8DEA9EE5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2C182-8F89-4691-AC4D-3D23003E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02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FDD27-FA23-4502-BFA7-A347C7C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C329F-127E-46E1-A8EA-6CA6CF24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แนวคิดและที่มาของธุรกิจ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29EB4-3457-4FB4-9944-E0B8F144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17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แรงบันดาลใจ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622E9-F830-4DDD-9840-5DB1DD17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561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ศิลปะจากดิน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41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ที่อยู่คู่ชีวิตไทย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1CB5B-B7BA-4202-A8F2-714C388C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56578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พวกเราชื่นชอบศิลปะและวัฒนธรรมไทย โดยเฉพาะ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เครื่องปั้นดินเผาที่สวยงาม เรียบง่าย และสะท้อน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ภูมิปัญญาท้องถิ่น จึงต้องการพัฒนางานหัตถกรรมไทย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ให้เข้ากับความสนใจของผู้บริโภคยุคใหม่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42CCD-75F9-40D4-8CC3-748BC9E6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952625"/>
            <a:ext cx="9525" cy="393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B2D1B-1B25-48A6-AD27-479155A0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971675"/>
            <a:ext cx="4524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ความหมายของชื่อ “สยามศิลาดิน”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F089A-EF8E-4605-BF61-9787636C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47950"/>
            <a:ext cx="161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สยาม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D6367C-5308-449B-BD2F-C689CAFD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0515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สื่อถึงความเป็นไทย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25883-C386-4075-B2DA-AC6E53CD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57600"/>
            <a:ext cx="3810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2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ศิลาและดิน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92D73-5D90-4B31-8F23-7F3A9D61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14800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สื่อถึงวัสดุธรรมชาติและงานฝีมือ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093E0-10E3-4FD0-9CE3-050894EA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733925"/>
            <a:ext cx="452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แนวคิดของธุรกิจ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8CE13D-9CD4-4F38-A5D6-640363F6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172075"/>
            <a:ext cx="4524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จำหน่ายเครื่องปั้นดินเผา ควบคู่ชุดระบายสี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และคอร์สปั้นดิน ลูกค้าจึงได้ทั้งสินค้า ความรู้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และความสนุกจากการลงมือทำ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52C58-D78F-4DDF-814A-FEE604C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E48E3-CD9C-4A02-B749-9DFE52DE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500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เป้าหมายของแบรนด์คือทำให้งานศิลป์จากดินเข้าถึงง่ายและอยู่ร่วมกับชีวิตประจำวัน</a:t>
            </a:r>
          </a:p>
        </p:txBody>
      </p:sp>
    </p:spTree>
    <p:extLst>
      <p:ext uri="{BB962C8B-B14F-4D97-AF65-F5344CB8AC3E}">
        <p14:creationId xmlns:p14="http://schemas.microsoft.com/office/powerpoint/2010/main" val="3098209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71F6A8-A049-4659-BC03-C33F2242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604F9-CF00-40AC-B65D-46140145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03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E01F1-0C9E-4331-9081-F6B6CAFA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0707D-EE01-41BB-9387-4854FE83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กลุ่มเป้าหมายและช่องทางจัดจำหน่าย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CDDB1-27EC-415B-AC70-38DA5DCA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381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กลุ่มเป้าหมายหลัก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2AE62-9C11-42D9-84D7-07FD6422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2B11D-25C7-430B-BCDE-DADDF6C8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146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ผู้ที่สนใจศิลปะและวัฒนธรรมไทย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85514-457B-4A4C-9D0C-6425FA01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641DE-AF30-46E5-BB97-F30F8247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นักเรียน นักศึกษา และครอบครัว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ที่มองหากิจกรรมสร้างสรรค์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AB276-FDDB-4F08-A0A7-B7E35D4F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239F6-371E-4BB8-81FC-802D4BA9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นักท่องเที่ยวที่ต้องการของฝาก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ที่มีเอกลักษณ์ไทย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0454E-5790-4066-9531-85D4C54F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571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AD8A57"/>
                </a:solidFill>
                <a:latin typeface="Leelawadee"/>
                <a:ea typeface="Leelawadee"/>
                <a:cs typeface="Leelawadee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06873-CDE1-4DFF-AD59-972A456F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ผู้ที่ต้องการของตกแต่งบ้าน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หรือของขวัญทำมือ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C84ED-91E2-4DF1-8E46-1C54EBF7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95475"/>
            <a:ext cx="4962525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A4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81299-17A6-43B1-A0B2-08ED0806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5265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17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ช่องทางจัดจำหน่าย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D3317-C80F-4FBE-981C-4393B2E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289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หน้าร้าน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CA34C-93A0-49AF-B990-20E9F59C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42386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ร้านสยามศิลาดิน ตลาดงานฝีมือ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และบูธตามเทศกาลหรือแหล่งท่องเที่ยว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เชิงวัฒนธรรม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AE923-C2F8-41C6-9308-E1914F22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800" b="1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ออนไลน์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2901AB-9251-40B8-AE47-F13EEFB3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6727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Facebook, Instagram, TikTok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650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LINE Official Account, Shopee, Lazada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54ACDA-55DD-4B14-9CDB-8F08E89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4E274-66C3-4378-846D-7B551296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เครื่องปั้นดินเผาเป็นทั้งของใช้ ของตกแต่ง และผลงานศิลปะ ลูกค้าจึงเลือกซื้อเพื่อใช้งาน สะสม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มอบเป็นของขวัญ หรือเรียนรู้การปั้นด้วยตนเองได้</a:t>
            </a:r>
          </a:p>
        </p:txBody>
      </p:sp>
    </p:spTree>
    <p:extLst>
      <p:ext uri="{BB962C8B-B14F-4D97-AF65-F5344CB8AC3E}">
        <p14:creationId xmlns:p14="http://schemas.microsoft.com/office/powerpoint/2010/main" val="1464493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344A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D35E2-31F9-4B27-9182-837E161F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AA8A1-F0AC-4A0A-9F7D-451FB596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D9D1BF"/>
                </a:solidFill>
                <a:latin typeface="Leelawadee"/>
                <a:ea typeface="Leelawadee"/>
                <a:cs typeface="Leelawadee"/>
              </a:rPr>
              <a:t>04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BBC3C-6A6D-4A64-BAC6-7A4F2C20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86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81A41-9F6A-44F8-87E9-4ECB4B5C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00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3300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สินค้าและบริการ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1D36D4-409D-417B-897C-4D627D7C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88E3C-9758-4A09-AC78-7F163487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เครื่องใช้และของตกแต่ง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4C11D-73B5-490D-AEF0-6FACB74E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AAB08-7EBF-4976-9EBA-933D751D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ถ้วย จาน และหม้อ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แจกันและของตกแต่งบ้าน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กำไลข้อมือจากดินเผา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3327E-7951-404E-A952-3EC79902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534BD-02DD-4805-8E27-832C75A8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กิจกรรมสร้างสรรค์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BB6B1-2968-4A0E-8C2E-1B4B39C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DD9BC-8A0D-4356-AAB1-8A5B21AD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ของเล่นจากดินเผา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ชุดเครื่องปั้นดินเผา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สำหรับระบายสี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อุปกรณ์ขึ้นรูปและตกแต่ง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E5F9A-DEBE-4734-BFA6-8FDD12B4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5700" b="0">
                <a:solidFill>
                  <a:srgbClr val="B9A17A"/>
                </a:solidFill>
                <a:latin typeface="Georgia"/>
                <a:ea typeface="Georgia"/>
                <a:cs typeface="Georgia"/>
              </a:defRPr>
            </a:pPr>
            <a:r>
              <a:rPr sz="5700" b="0">
                <a:solidFill>
                  <a:srgbClr val="B9A17A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3BA14B-ECE4-40DB-9EAC-5A78624E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2025" b="1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คอร์สและประสบการณ์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8345D-6B5D-4617-BC12-F00233B6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433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DCCA8E-490D-4E8E-96A3-176466A4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3476625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คอร์สปั้นดินสำหรับผู้เริ่มต้น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กิจกรรมสำหรับคู่รัก ครอบครัว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และกลุ่มเพื่อน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กิจกรรมสำหรับโรงเรียน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F5F0E7"/>
                </a:solidFill>
                <a:latin typeface="Leelawadee"/>
                <a:ea typeface="Leelawadee"/>
                <a:cs typeface="Leelawadee"/>
              </a:rPr>
              <a:t>และองค์กร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2F2D4-75B1-408C-8170-3B111521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06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08C9B-89A4-4EE2-AEBA-292D3B95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จุดเด่นของร้าน: ลูกค้าสามารถซื้อสินค้าสำเร็จรูป ออกแบบผลงานของตนเอง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D8BC89"/>
                </a:solidFill>
                <a:latin typeface="Leelawadee"/>
                <a:ea typeface="Leelawadee"/>
                <a:cs typeface="Leelawadee"/>
              </a:rPr>
              <a:t>หรือเรียนรู้กระบวนการปั้นดินได้ภายในร้านเดียว</a:t>
            </a:r>
          </a:p>
        </p:txBody>
      </p:sp>
    </p:spTree>
    <p:extLst>
      <p:ext uri="{BB962C8B-B14F-4D97-AF65-F5344CB8AC3E}">
        <p14:creationId xmlns:p14="http://schemas.microsoft.com/office/powerpoint/2010/main" val="802219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E0866-E3A8-447B-8655-F885C301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SIAM SILADIN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71189-EAB3-4ACB-A6E2-6A38DA0F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6225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defRPr>
            </a:pPr>
            <a:r>
              <a:rPr sz="1125" b="0">
                <a:solidFill>
                  <a:srgbClr val="796C60"/>
                </a:solidFill>
                <a:latin typeface="Leelawadee"/>
                <a:ea typeface="Leelawadee"/>
                <a:cs typeface="Leelawadee"/>
              </a:rPr>
              <a:t>05 /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1ADAD-A175-4DD6-B270-A023BBF8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3B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93BD3-3D72-4F55-B02F-5578DCCD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29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825" b="1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3825" b="1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สยามศิลาดิน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409D3-678E-47B7-BA64-31D41E22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764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2025" b="0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“ปั้นดินให้มีคุณค่า เพราะงานศิลป์ไทยควรอยู่คู่คนไทย”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B3480-0995-4E6C-95DC-0FAA16EB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สัมผัสเสน่ห์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850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เครื่องปั้นดินเผาไทย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A606D-8D81-4448-9AFF-801ED6CB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861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เลือกซื้อของใช้ ของตกแต่ง และสนุกกับ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800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กิจกรรมระบายสีหรือปั้นดินด้วยตนเอง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FC1C1-3188-4CE6-AE26-1CAA7C06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6767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72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โปรโมชั่นพิเศษ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6CF32-45C7-4884-9F71-79E5F08B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2428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900" b="1">
                <a:solidFill>
                  <a:srgbClr val="A45138"/>
                </a:solidFill>
                <a:latin typeface="Georgia"/>
                <a:ea typeface="Georgia"/>
                <a:cs typeface="Georgia"/>
              </a:defRPr>
            </a:pPr>
            <a:r>
              <a:rPr sz="6900" b="1">
                <a:solidFill>
                  <a:srgbClr val="A45138"/>
                </a:solidFill>
                <a:latin typeface="Georgia"/>
                <a:ea typeface="Georgia"/>
                <a:cs typeface="Georgia"/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58C89-F3FC-4BAD-8289-AD4E09A5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51497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625" b="1">
                <a:solidFill>
                  <a:srgbClr val="A45138"/>
                </a:solidFill>
                <a:latin typeface="Leelawadee"/>
                <a:ea typeface="Leelawadee"/>
                <a:cs typeface="Leelawadee"/>
              </a:defRPr>
            </a:pPr>
            <a:r>
              <a:rPr sz="2625" b="1">
                <a:solidFill>
                  <a:srgbClr val="A45138"/>
                </a:solidFill>
                <a:latin typeface="Leelawadee"/>
                <a:ea typeface="Leelawadee"/>
                <a:cs typeface="Leelawadee"/>
              </a:rPr>
              <a:t>บาท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6918D-AF1D-4629-9DA7-8A3082F7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53150"/>
            <a:ext cx="4781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defRPr>
            </a:pPr>
            <a:r>
              <a:rPr sz="1725" b="0">
                <a:solidFill>
                  <a:srgbClr val="352B26"/>
                </a:solidFill>
                <a:latin typeface="Leelawadee"/>
                <a:ea typeface="Leelawadee"/>
                <a:cs typeface="Leelawadee"/>
              </a:rPr>
              <a:t>ซื้อครบ รับส่วนลดสินค้าชิ้นถัดไป 20 บาท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64501-24D0-428D-B7F4-4F1BC162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90775"/>
            <a:ext cx="5915025" cy="33272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9525">
            <a:solidFill>
              <a:srgbClr val="C7BAA4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0D617-4DA8-4404-A40F-9BABCC49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882926"/>
            <a:ext cx="5495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0">
                <a:solidFill>
                  <a:srgbClr val="958675"/>
                </a:solidFill>
                <a:latin typeface="Leelawadee"/>
                <a:ea typeface="Leelawadee"/>
                <a:cs typeface="Leelawadee"/>
              </a:defRPr>
            </a:pPr>
            <a:r>
              <a:rPr sz="1425" b="0">
                <a:solidFill>
                  <a:srgbClr val="958675"/>
                </a:solidFill>
                <a:latin typeface="Leelawadee"/>
                <a:ea typeface="Leelawadee"/>
                <a:cs typeface="Leelawadee"/>
              </a:rPr>
              <a:t>พื้นที่สำหรับรูปโปสเตอร์สินค้า 16:9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24357-B3B8-44DB-991F-C55FD9BB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953125"/>
            <a:ext cx="5915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ซื้อชุดระบายสี 2 ชุดขึ้นไป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defRPr>
            </a:pPr>
            <a:r>
              <a:rPr sz="1875" b="1">
                <a:solidFill>
                  <a:srgbClr val="344A40"/>
                </a:solidFill>
                <a:latin typeface="Leelawadee"/>
                <a:ea typeface="Leelawadee"/>
                <a:cs typeface="Leelawadee"/>
              </a:rPr>
              <a:t>รับส่วนลดคอร์สปั้นดิน 100 บาท</a:t>
            </a:r>
          </a:p>
        </p:txBody>
      </p:sp>
    </p:spTree>
    <p:extLst>
      <p:ext uri="{BB962C8B-B14F-4D97-AF65-F5344CB8AC3E}">
        <p14:creationId xmlns:p14="http://schemas.microsoft.com/office/powerpoint/2010/main" val="386957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2026-09-16T10:43:38.2340000Z</dcterms:created>
  <dcterms:modified xsi:type="dcterms:W3CDTF">2026-09-16T10:43:38.2350000Z</dcterms:modified>
</coreProperties>
</file>